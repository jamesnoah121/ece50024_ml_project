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110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2A369-DEB0-0942-C254-CE8F72E59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DF37B-270F-7DAE-8AC8-FF77C9E2C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D4E41-5408-BC22-61F5-69DE8616F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8CCF-ACD8-42DF-BF19-D4444E1DCD6F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A5DA6-FDDC-47A9-1601-2F7DCA556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515D4-7F9C-0AFE-D109-DF3A3035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4A9F-85E0-480E-8434-A751381E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11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E5B6-48B4-885B-0D1D-354092B05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878A9-C511-B1AF-56D8-0C5CB79C9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A63BA-A49B-850A-E722-CE995BB5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8CCF-ACD8-42DF-BF19-D4444E1DCD6F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C763-D979-04D1-B556-6B7F33520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225D1-D799-AE65-0FD1-EE659C08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4A9F-85E0-480E-8434-A751381E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99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F006-6141-AAB9-EB61-B7859FE25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828EE-4D7C-00A9-D66E-129372486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4BD72-1494-72B6-09DF-E9CD02AD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8CCF-ACD8-42DF-BF19-D4444E1DCD6F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6F6C7-06FE-B7A4-07D1-BE375B569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FFC41-DF26-DE1B-6BBB-1377D13F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4A9F-85E0-480E-8434-A751381E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25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F7D1-6AEE-6890-057E-DA033F35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284C5-A064-F2F4-48F6-DBBBA7077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C3AE2-293D-42C0-8291-823CF4F82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DEC8F-290E-BD40-0D45-B016E47E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8CCF-ACD8-42DF-BF19-D4444E1DCD6F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C9403-3ED1-A105-964B-6546C981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0A1DA-B957-C963-0BFA-97375BF1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4A9F-85E0-480E-8434-A751381E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2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71940-35EF-D2CB-74FF-2E6C6A5B0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1575B-A0E5-B097-1A88-ADE0C032C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62398-239F-96A6-D7C5-3D5D27567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265A6-E342-9068-9513-49477CC3A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FD4B8-0922-36F8-44C0-34C13F1C0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617994-ED2F-8B1B-928B-0B6AA28DF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8CCF-ACD8-42DF-BF19-D4444E1DCD6F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F306AC-8670-87CD-5FEA-418F94B78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131EFD-ED0E-363F-10AF-8077BCD8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4A9F-85E0-480E-8434-A751381E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30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7927-C937-2FCC-A65D-FAF35F288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E866A-B203-696C-67E3-AEDCBC72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8CCF-ACD8-42DF-BF19-D4444E1DCD6F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23987-0E35-C1FD-82BD-59F6788E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28A23-A25A-F886-7D31-0A89AD03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4A9F-85E0-480E-8434-A751381E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0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553B66-B45F-BFAD-9EA2-A59CDAD9A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8CCF-ACD8-42DF-BF19-D4444E1DCD6F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E7C156-E32C-C2D4-1DA8-5B16CC728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A77C0-DECF-6EA1-E125-44157F07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4A9F-85E0-480E-8434-A751381E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24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8ECB8-F518-2F2B-CEB2-3198BA73D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015DA-9118-1DBD-D386-2EA2DD377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35BBD-6E32-5624-6AA4-5AE53D443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2E6DA-8D12-7A2C-3C05-015F90E22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8CCF-ACD8-42DF-BF19-D4444E1DCD6F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7D313-5BF8-EF8F-E8CC-4B45089D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8077A-480E-83B5-3D36-D67D2156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4A9F-85E0-480E-8434-A751381E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7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D665-AD2F-EA92-D7EF-CD97BD8E5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BC8C3F-B7DA-D36A-1E24-6258897C8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F901A-CD12-2E96-1154-BCF077189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AF2C4-6519-CC9D-FB9B-7B58EA88D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8CCF-ACD8-42DF-BF19-D4444E1DCD6F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A8631-7FF8-A830-04FB-E007EF74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9144C-7FBE-660B-D771-86796951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4A9F-85E0-480E-8434-A751381E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5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2513-464F-9078-F14C-F32B9D4A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330FA-2803-AAB1-6A4D-369374F20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4BBD2-D1BF-B0E2-F66A-23470AC6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8CCF-ACD8-42DF-BF19-D4444E1DCD6F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E8471-DD36-B5EC-9B32-D89408D85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865BB-5097-02F7-8C4E-0BD83A5CD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4A9F-85E0-480E-8434-A751381E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0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E0F81-044C-4B67-9DC6-F7D3B7D30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623F1-5525-6DB1-CF3A-CE0747154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7FFE4-1850-29D4-6C1E-BA0DD9701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8CCF-ACD8-42DF-BF19-D4444E1DCD6F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4778F-A34E-58ED-ED66-55600EA7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0C16C-6506-8B8B-3FA9-DD5211EE2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4A9F-85E0-480E-8434-A751381E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0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25BC74-B6B6-EDA9-EA36-E2D70164A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FEACE-8A94-4C60-17D8-05AFAF6FC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21CCF-C0AD-8717-EBA8-3867D5B57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48CCF-ACD8-42DF-BF19-D4444E1DCD6F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07457-5251-5884-133F-9C799E9A1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0DEF9-84D5-8693-1018-A579671F1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4A9F-85E0-480E-8434-A751381E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87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6198F-A9CB-0537-574B-94A1C60C1C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ML PROJECT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15ADE-2380-1D86-801D-A60E199892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24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405BBC-9BAB-0F9B-EDD3-0B4EA48E5256}"/>
              </a:ext>
            </a:extLst>
          </p:cNvPr>
          <p:cNvSpPr/>
          <p:nvPr/>
        </p:nvSpPr>
        <p:spPr>
          <a:xfrm>
            <a:off x="1496646" y="220785"/>
            <a:ext cx="9198708" cy="641643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66000"/>
                  <a:satMod val="160000"/>
                </a:schemeClr>
              </a:gs>
              <a:gs pos="50000">
                <a:schemeClr val="accent3">
                  <a:tint val="44500"/>
                  <a:satMod val="160000"/>
                </a:schemeClr>
              </a:gs>
              <a:gs pos="100000">
                <a:schemeClr val="accent3">
                  <a:tint val="23500"/>
                  <a:satMod val="160000"/>
                </a:schemeClr>
              </a:gs>
            </a:gsLst>
            <a:lin ang="5400000" scaled="1"/>
            <a:tileRect/>
          </a:gradFill>
          <a:ln w="57150"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BFD0B-3EE0-E97C-44EB-19918C47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077" y="220785"/>
            <a:ext cx="10515600" cy="1325563"/>
          </a:xfrm>
        </p:spPr>
        <p:txBody>
          <a:bodyPr/>
          <a:lstStyle/>
          <a:p>
            <a:r>
              <a:rPr lang="en-US" b="1" dirty="0">
                <a:latin typeface="Abadi" panose="020B0604020202020204" pitchFamily="34" charset="0"/>
              </a:rPr>
              <a:t>Generator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180B0C58-91E0-7F0E-4656-DF833025A0C1}"/>
              </a:ext>
            </a:extLst>
          </p:cNvPr>
          <p:cNvSpPr/>
          <p:nvPr/>
        </p:nvSpPr>
        <p:spPr>
          <a:xfrm>
            <a:off x="3204924" y="3850143"/>
            <a:ext cx="3435479" cy="27364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3F56CBA9-4001-A2D6-A9D9-AB5D050DFE3F}"/>
              </a:ext>
            </a:extLst>
          </p:cNvPr>
          <p:cNvSpPr/>
          <p:nvPr/>
        </p:nvSpPr>
        <p:spPr>
          <a:xfrm>
            <a:off x="7210723" y="2915691"/>
            <a:ext cx="892906" cy="21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80F00BC-8D37-B2D7-27F3-8DE4E615A61C}"/>
                  </a:ext>
                </a:extLst>
              </p:cNvPr>
              <p:cNvSpPr/>
              <p:nvPr/>
            </p:nvSpPr>
            <p:spPr>
              <a:xfrm>
                <a:off x="2286819" y="1519150"/>
                <a:ext cx="538337" cy="4661986"/>
              </a:xfrm>
              <a:prstGeom prst="rect">
                <a:avLst/>
              </a:prstGeom>
              <a:ln w="762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80F00BC-8D37-B2D7-27F3-8DE4E615A6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819" y="1519150"/>
                <a:ext cx="538337" cy="46619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762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be 7">
            <a:extLst>
              <a:ext uri="{FF2B5EF4-FFF2-40B4-BE49-F238E27FC236}">
                <a16:creationId xmlns:a16="http://schemas.microsoft.com/office/drawing/2014/main" id="{537FE41C-A3AA-B0E7-2EF4-32883FB7526D}"/>
              </a:ext>
            </a:extLst>
          </p:cNvPr>
          <p:cNvSpPr/>
          <p:nvPr/>
        </p:nvSpPr>
        <p:spPr>
          <a:xfrm>
            <a:off x="8227496" y="2231536"/>
            <a:ext cx="892906" cy="3412483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utoShape 4" descr="abstract black random noise background Stock Illustration | Adobe Stock">
            <a:extLst>
              <a:ext uri="{FF2B5EF4-FFF2-40B4-BE49-F238E27FC236}">
                <a16:creationId xmlns:a16="http://schemas.microsoft.com/office/drawing/2014/main" id="{4CF9ECB1-6878-0502-6A8A-555E594E88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5934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12">
            <a:extLst>
              <a:ext uri="{FF2B5EF4-FFF2-40B4-BE49-F238E27FC236}">
                <a16:creationId xmlns:a16="http://schemas.microsoft.com/office/drawing/2014/main" id="{4589AD74-6CC4-042A-16DD-0DB9F92B31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5C3776-22F2-7EA0-924F-B5DE69EA1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799" y="1532716"/>
            <a:ext cx="1797436" cy="17706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3C44116C-15D4-54E2-0971-CD947E34BAEB}"/>
              </a:ext>
            </a:extLst>
          </p:cNvPr>
          <p:cNvSpPr/>
          <p:nvPr/>
        </p:nvSpPr>
        <p:spPr>
          <a:xfrm>
            <a:off x="6629724" y="3850143"/>
            <a:ext cx="815477" cy="27364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00F11C8-B452-3575-8D35-36858E9363A3}"/>
              </a:ext>
            </a:extLst>
          </p:cNvPr>
          <p:cNvSpPr/>
          <p:nvPr/>
        </p:nvSpPr>
        <p:spPr>
          <a:xfrm>
            <a:off x="7949725" y="3818139"/>
            <a:ext cx="815477" cy="27364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8B6F294-6946-D0AE-8E79-2E4973B7CF64}"/>
              </a:ext>
            </a:extLst>
          </p:cNvPr>
          <p:cNvSpPr txBox="1">
            <a:spLocks/>
          </p:cNvSpPr>
          <p:nvPr/>
        </p:nvSpPr>
        <p:spPr>
          <a:xfrm>
            <a:off x="7210723" y="54530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badi" panose="020B0604020202020204" pitchFamily="34" charset="0"/>
              </a:rPr>
              <a:t>2D CONV / UPSAMPLE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6B3A7AAF-72A9-00F9-73EC-8CB3954B4C85}"/>
              </a:ext>
            </a:extLst>
          </p:cNvPr>
          <p:cNvSpPr/>
          <p:nvPr/>
        </p:nvSpPr>
        <p:spPr>
          <a:xfrm rot="433799">
            <a:off x="9362863" y="1568580"/>
            <a:ext cx="1510550" cy="4383314"/>
          </a:xfrm>
          <a:prstGeom prst="diamond">
            <a:avLst/>
          </a:prstGeom>
          <a:blipFill>
            <a:blip r:embed="rId4"/>
            <a:tile tx="0" ty="0" sx="100000" sy="100000" flip="none" algn="tl"/>
          </a:blip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28DCB00-CFC3-B3B9-1C6B-F3CDDAFC2101}"/>
              </a:ext>
            </a:extLst>
          </p:cNvPr>
          <p:cNvSpPr/>
          <p:nvPr/>
        </p:nvSpPr>
        <p:spPr>
          <a:xfrm>
            <a:off x="9102792" y="3818139"/>
            <a:ext cx="815477" cy="27364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E564499A-2259-97F5-1D89-9B1F45F3AC16}"/>
              </a:ext>
            </a:extLst>
          </p:cNvPr>
          <p:cNvSpPr txBox="1">
            <a:spLocks/>
          </p:cNvSpPr>
          <p:nvPr/>
        </p:nvSpPr>
        <p:spPr>
          <a:xfrm>
            <a:off x="4357198" y="783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latin typeface="Abadi" panose="020B0604020202020204" pitchFamily="34" charset="0"/>
              </a:rPr>
              <a:t>OUTPUT </a:t>
            </a:r>
          </a:p>
          <a:p>
            <a:pPr algn="ctr"/>
            <a:r>
              <a:rPr lang="en-US" sz="1800" b="1" dirty="0">
                <a:latin typeface="Abadi" panose="020B0604020202020204" pitchFamily="34" charset="0"/>
              </a:rPr>
              <a:t>IMAGE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A8053981-9979-387C-6201-30DBF8B2DC02}"/>
              </a:ext>
            </a:extLst>
          </p:cNvPr>
          <p:cNvSpPr txBox="1">
            <a:spLocks/>
          </p:cNvSpPr>
          <p:nvPr/>
        </p:nvSpPr>
        <p:spPr>
          <a:xfrm>
            <a:off x="-132565" y="39595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latin typeface="Abadi" panose="020B0604020202020204" pitchFamily="34" charset="0"/>
              </a:rPr>
              <a:t>DENSE / RESHAPE  LAYERS TRANSFORM </a:t>
            </a:r>
          </a:p>
          <a:p>
            <a:pPr algn="ctr"/>
            <a:r>
              <a:rPr lang="en-US" sz="1800" b="1" dirty="0">
                <a:latin typeface="Abadi" panose="020B0604020202020204" pitchFamily="34" charset="0"/>
              </a:rPr>
              <a:t>NOISE INTO 2D IMAGE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CAEB8845-D6E6-D669-5620-A2FFDB8A5E43}"/>
              </a:ext>
            </a:extLst>
          </p:cNvPr>
          <p:cNvSpPr txBox="1">
            <a:spLocks/>
          </p:cNvSpPr>
          <p:nvPr/>
        </p:nvSpPr>
        <p:spPr>
          <a:xfrm>
            <a:off x="3228519" y="55182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badi" panose="020B0604020202020204" pitchFamily="34" charset="0"/>
              </a:rPr>
              <a:t>Z – INPUT NOISE VECTOR</a:t>
            </a:r>
          </a:p>
        </p:txBody>
      </p:sp>
      <p:sp>
        <p:nvSpPr>
          <p:cNvPr id="30" name="Double Brace 29">
            <a:extLst>
              <a:ext uri="{FF2B5EF4-FFF2-40B4-BE49-F238E27FC236}">
                <a16:creationId xmlns:a16="http://schemas.microsoft.com/office/drawing/2014/main" id="{9FC20D31-71AB-0A47-08C5-9341485B19DD}"/>
              </a:ext>
            </a:extLst>
          </p:cNvPr>
          <p:cNvSpPr/>
          <p:nvPr/>
        </p:nvSpPr>
        <p:spPr>
          <a:xfrm>
            <a:off x="2032676" y="1490952"/>
            <a:ext cx="1091953" cy="4752265"/>
          </a:xfrm>
          <a:prstGeom prst="bracePair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49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405BBC-9BAB-0F9B-EDD3-0B4EA48E5256}"/>
              </a:ext>
            </a:extLst>
          </p:cNvPr>
          <p:cNvSpPr/>
          <p:nvPr/>
        </p:nvSpPr>
        <p:spPr>
          <a:xfrm>
            <a:off x="1496646" y="220785"/>
            <a:ext cx="9198708" cy="641643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66000"/>
                  <a:satMod val="160000"/>
                </a:schemeClr>
              </a:gs>
              <a:gs pos="50000">
                <a:schemeClr val="accent3">
                  <a:tint val="44500"/>
                  <a:satMod val="160000"/>
                </a:schemeClr>
              </a:gs>
              <a:gs pos="100000">
                <a:schemeClr val="accent3">
                  <a:tint val="23500"/>
                  <a:satMod val="160000"/>
                </a:schemeClr>
              </a:gs>
            </a:gsLst>
            <a:lin ang="5400000" scaled="1"/>
            <a:tileRect/>
          </a:gradFill>
          <a:ln w="57150"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BFD0B-3EE0-E97C-44EB-19918C47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077" y="220785"/>
            <a:ext cx="10515600" cy="1325563"/>
          </a:xfrm>
        </p:spPr>
        <p:txBody>
          <a:bodyPr/>
          <a:lstStyle/>
          <a:p>
            <a:r>
              <a:rPr lang="en-US" b="1" dirty="0">
                <a:latin typeface="Abadi" panose="020B0604020202020204" pitchFamily="34" charset="0"/>
              </a:rPr>
              <a:t>Discriminator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6B3A7AAF-72A9-00F9-73EC-8CB3954B4C85}"/>
              </a:ext>
            </a:extLst>
          </p:cNvPr>
          <p:cNvSpPr/>
          <p:nvPr/>
        </p:nvSpPr>
        <p:spPr>
          <a:xfrm rot="433799">
            <a:off x="1953101" y="1465986"/>
            <a:ext cx="1510550" cy="4383314"/>
          </a:xfrm>
          <a:prstGeom prst="diamond">
            <a:avLst/>
          </a:prstGeom>
          <a:blipFill>
            <a:blip r:embed="rId2"/>
            <a:tile tx="0" ty="0" sx="100000" sy="100000" flip="none" algn="tl"/>
          </a:blip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E564499A-2259-97F5-1D89-9B1F45F3AC16}"/>
              </a:ext>
            </a:extLst>
          </p:cNvPr>
          <p:cNvSpPr txBox="1">
            <a:spLocks/>
          </p:cNvSpPr>
          <p:nvPr/>
        </p:nvSpPr>
        <p:spPr>
          <a:xfrm>
            <a:off x="8000367" y="1534259"/>
            <a:ext cx="25083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Abadi" panose="020B0604020202020204" pitchFamily="34" charset="0"/>
              </a:rPr>
              <a:t>SIGMOID (Classifies Probability(REAL) [0,1])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A8053981-9979-387C-6201-30DBF8B2DC02}"/>
              </a:ext>
            </a:extLst>
          </p:cNvPr>
          <p:cNvSpPr txBox="1">
            <a:spLocks/>
          </p:cNvSpPr>
          <p:nvPr/>
        </p:nvSpPr>
        <p:spPr>
          <a:xfrm>
            <a:off x="1227294" y="54696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b="1" dirty="0">
              <a:latin typeface="Abadi" panose="020B0604020202020204" pitchFamily="34" charset="0"/>
            </a:endParaRPr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C6161B98-D160-BC87-CE17-9FDD4B2DAC6C}"/>
              </a:ext>
            </a:extLst>
          </p:cNvPr>
          <p:cNvSpPr/>
          <p:nvPr/>
        </p:nvSpPr>
        <p:spPr>
          <a:xfrm>
            <a:off x="6614278" y="3823892"/>
            <a:ext cx="3435479" cy="27364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BA8AC2BB-A28A-C3FE-15EA-3E4EF5DCB88B}"/>
              </a:ext>
            </a:extLst>
          </p:cNvPr>
          <p:cNvSpPr/>
          <p:nvPr/>
        </p:nvSpPr>
        <p:spPr>
          <a:xfrm>
            <a:off x="5251151" y="2889440"/>
            <a:ext cx="892906" cy="21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9B2A56F7-8675-F027-0BB3-8BD66C3858A9}"/>
              </a:ext>
            </a:extLst>
          </p:cNvPr>
          <p:cNvSpPr/>
          <p:nvPr/>
        </p:nvSpPr>
        <p:spPr>
          <a:xfrm>
            <a:off x="4088372" y="2280722"/>
            <a:ext cx="892906" cy="3412483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498D9F0-7827-CF10-A8F3-BD600F8BCDC8}"/>
              </a:ext>
            </a:extLst>
          </p:cNvPr>
          <p:cNvSpPr/>
          <p:nvPr/>
        </p:nvSpPr>
        <p:spPr>
          <a:xfrm>
            <a:off x="3325733" y="3845061"/>
            <a:ext cx="815477" cy="27364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F20107B-2C19-E3A3-CAF0-5F2C68B55F9D}"/>
              </a:ext>
            </a:extLst>
          </p:cNvPr>
          <p:cNvSpPr/>
          <p:nvPr/>
        </p:nvSpPr>
        <p:spPr>
          <a:xfrm>
            <a:off x="4645734" y="3813057"/>
            <a:ext cx="815477" cy="27364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95B7847-039E-A299-C8E9-00B01DA254CA}"/>
              </a:ext>
            </a:extLst>
          </p:cNvPr>
          <p:cNvSpPr/>
          <p:nvPr/>
        </p:nvSpPr>
        <p:spPr>
          <a:xfrm>
            <a:off x="5798801" y="3813057"/>
            <a:ext cx="815477" cy="27364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C3846D9-FA2A-49A0-2EFF-9E1EA6B2CF3C}"/>
              </a:ext>
            </a:extLst>
          </p:cNvPr>
          <p:cNvSpPr txBox="1">
            <a:spLocks/>
          </p:cNvSpPr>
          <p:nvPr/>
        </p:nvSpPr>
        <p:spPr>
          <a:xfrm>
            <a:off x="3552583" y="54009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badi" panose="020B0604020202020204" pitchFamily="34" charset="0"/>
              </a:rPr>
              <a:t>2D CONV / DOWNSAMPLING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1DD6839-DC71-5F6C-B964-B47C1A126039}"/>
              </a:ext>
            </a:extLst>
          </p:cNvPr>
          <p:cNvCxnSpPr>
            <a:cxnSpLocks/>
            <a:stCxn id="3" idx="0"/>
            <a:endCxn id="25" idx="2"/>
          </p:cNvCxnSpPr>
          <p:nvPr/>
        </p:nvCxnSpPr>
        <p:spPr>
          <a:xfrm rot="5400000" flipH="1" flipV="1">
            <a:off x="8328348" y="2897697"/>
            <a:ext cx="964070" cy="888321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875AAB4E-1677-4D11-412C-0248A1200C9E}"/>
              </a:ext>
            </a:extLst>
          </p:cNvPr>
          <p:cNvSpPr txBox="1">
            <a:spLocks/>
          </p:cNvSpPr>
          <p:nvPr/>
        </p:nvSpPr>
        <p:spPr>
          <a:xfrm>
            <a:off x="7713203" y="3706423"/>
            <a:ext cx="170656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badi" panose="020B0604020202020204" pitchFamily="34" charset="0"/>
              </a:rPr>
              <a:t>FLATTEN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046BB6F-52A1-21B4-D0D6-194DC2B6B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487" y="727528"/>
            <a:ext cx="1245736" cy="8296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29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0096C5-13AD-74B5-B80E-FCE4BF5E0034}"/>
              </a:ext>
            </a:extLst>
          </p:cNvPr>
          <p:cNvSpPr/>
          <p:nvPr/>
        </p:nvSpPr>
        <p:spPr>
          <a:xfrm>
            <a:off x="6709151" y="123823"/>
            <a:ext cx="4606549" cy="6534152"/>
          </a:xfrm>
          <a:prstGeom prst="roundRect">
            <a:avLst/>
          </a:prstGeom>
          <a:solidFill>
            <a:schemeClr val="bg1"/>
          </a:solidFill>
          <a:ln w="57150"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picture containing text, receipt, screenshot&#10;&#10;Description automatically generated">
            <a:extLst>
              <a:ext uri="{FF2B5EF4-FFF2-40B4-BE49-F238E27FC236}">
                <a16:creationId xmlns:a16="http://schemas.microsoft.com/office/drawing/2014/main" id="{D8A4792E-F09F-5324-91FA-BF7E281C1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304" y="566201"/>
            <a:ext cx="3691598" cy="5863771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F5688EB-7327-215D-DBB4-2F0DF50B4447}"/>
              </a:ext>
            </a:extLst>
          </p:cNvPr>
          <p:cNvSpPr/>
          <p:nvPr/>
        </p:nvSpPr>
        <p:spPr>
          <a:xfrm>
            <a:off x="1496646" y="123824"/>
            <a:ext cx="3986203" cy="6534151"/>
          </a:xfrm>
          <a:prstGeom prst="roundRect">
            <a:avLst/>
          </a:prstGeom>
          <a:solidFill>
            <a:schemeClr val="bg1"/>
          </a:solidFill>
          <a:ln w="57150"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38E8F171-7BDC-1871-773A-E69627DE99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1B79ADC5-F258-6C61-B63F-92D1E0501C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7" descr="A picture containing text, receipt, screenshot&#10;&#10;Description automatically generated">
            <a:extLst>
              <a:ext uri="{FF2B5EF4-FFF2-40B4-BE49-F238E27FC236}">
                <a16:creationId xmlns:a16="http://schemas.microsoft.com/office/drawing/2014/main" id="{09E3F9C6-2E2D-A7A9-A215-334B236A8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831" y="313727"/>
            <a:ext cx="3315557" cy="623054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B7EDCD2-A254-93CC-7D7C-62B55C6B6672}"/>
              </a:ext>
            </a:extLst>
          </p:cNvPr>
          <p:cNvSpPr txBox="1"/>
          <p:nvPr/>
        </p:nvSpPr>
        <p:spPr>
          <a:xfrm>
            <a:off x="3551025" y="313727"/>
            <a:ext cx="1742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CGAN</a:t>
            </a:r>
          </a:p>
          <a:p>
            <a:r>
              <a:rPr lang="en-US" b="1" dirty="0"/>
              <a:t>DISCRIMINATOR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5C01F3-718B-8570-5EB2-5B5942104EFB}"/>
              </a:ext>
            </a:extLst>
          </p:cNvPr>
          <p:cNvSpPr txBox="1"/>
          <p:nvPr/>
        </p:nvSpPr>
        <p:spPr>
          <a:xfrm>
            <a:off x="8029752" y="129061"/>
            <a:ext cx="1965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CGAN GENERATOR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4E0AD2-44F4-245D-21D3-78F3456E521B}"/>
              </a:ext>
            </a:extLst>
          </p:cNvPr>
          <p:cNvSpPr/>
          <p:nvPr/>
        </p:nvSpPr>
        <p:spPr>
          <a:xfrm>
            <a:off x="7055812" y="498394"/>
            <a:ext cx="1916739" cy="549356"/>
          </a:xfrm>
          <a:prstGeom prst="rect">
            <a:avLst/>
          </a:prstGeom>
          <a:noFill/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077E3AF-092E-E21B-BCE8-95D225BC41CB}"/>
                  </a:ext>
                </a:extLst>
              </p:cNvPr>
              <p:cNvSpPr/>
              <p:nvPr/>
            </p:nvSpPr>
            <p:spPr>
              <a:xfrm>
                <a:off x="6936365" y="3581400"/>
                <a:ext cx="538337" cy="504236"/>
              </a:xfrm>
              <a:prstGeom prst="rect">
                <a:avLst/>
              </a:prstGeom>
              <a:ln w="762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077E3AF-092E-E21B-BCE8-95D225BC4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365" y="3581400"/>
                <a:ext cx="538337" cy="5042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762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47FCD71-9486-203C-91B8-3DAA6B3D77EE}"/>
                  </a:ext>
                </a:extLst>
              </p:cNvPr>
              <p:cNvSpPr/>
              <p:nvPr/>
            </p:nvSpPr>
            <p:spPr>
              <a:xfrm>
                <a:off x="6936364" y="4276725"/>
                <a:ext cx="538337" cy="504236"/>
              </a:xfrm>
              <a:prstGeom prst="rect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47FCD71-9486-203C-91B8-3DAA6B3D7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364" y="4276725"/>
                <a:ext cx="538337" cy="5042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762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8B1DA675-ADCC-FBAD-1C1E-B9BE081C2F10}"/>
              </a:ext>
            </a:extLst>
          </p:cNvPr>
          <p:cNvSpPr/>
          <p:nvPr/>
        </p:nvSpPr>
        <p:spPr>
          <a:xfrm>
            <a:off x="9086221" y="503749"/>
            <a:ext cx="1728681" cy="560843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6C64227-744E-E94C-13E5-8CF82BFF2002}"/>
                  </a:ext>
                </a:extLst>
              </p:cNvPr>
              <p:cNvSpPr/>
              <p:nvPr/>
            </p:nvSpPr>
            <p:spPr>
              <a:xfrm>
                <a:off x="4547282" y="4305300"/>
                <a:ext cx="538337" cy="504236"/>
              </a:xfrm>
              <a:prstGeom prst="rect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6C64227-744E-E94C-13E5-8CF82BFF20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282" y="4305300"/>
                <a:ext cx="538337" cy="5042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762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3BE1600F-1A72-4871-43D2-AAC8EDFBBABD}"/>
              </a:ext>
            </a:extLst>
          </p:cNvPr>
          <p:cNvSpPr/>
          <p:nvPr/>
        </p:nvSpPr>
        <p:spPr>
          <a:xfrm>
            <a:off x="1924050" y="313727"/>
            <a:ext cx="1362075" cy="362548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270C75-412A-6C4E-440E-333DB120AFAD}"/>
              </a:ext>
            </a:extLst>
          </p:cNvPr>
          <p:cNvSpPr/>
          <p:nvPr/>
        </p:nvSpPr>
        <p:spPr>
          <a:xfrm>
            <a:off x="3448050" y="1781175"/>
            <a:ext cx="1637569" cy="646330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BF1D435-9501-1B9D-B2AA-5C3BEB215C0C}"/>
                  </a:ext>
                </a:extLst>
              </p:cNvPr>
              <p:cNvSpPr/>
              <p:nvPr/>
            </p:nvSpPr>
            <p:spPr>
              <a:xfrm>
                <a:off x="4347024" y="4999439"/>
                <a:ext cx="938852" cy="352425"/>
              </a:xfrm>
              <a:prstGeom prst="rect">
                <a:avLst/>
              </a:prstGeom>
              <a:noFill/>
              <a:ln w="76200">
                <a:solidFill>
                  <a:schemeClr val="accent2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𝐼𝑀𝐴𝐺𝐸𝑆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BF1D435-9501-1B9D-B2AA-5C3BEB215C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024" y="4999439"/>
                <a:ext cx="938852" cy="3524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7620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4CAF5DB-A0F5-E862-3E24-E2820DB1AC33}"/>
                  </a:ext>
                </a:extLst>
              </p:cNvPr>
              <p:cNvSpPr/>
              <p:nvPr/>
            </p:nvSpPr>
            <p:spPr>
              <a:xfrm>
                <a:off x="10126449" y="5418539"/>
                <a:ext cx="938852" cy="352425"/>
              </a:xfrm>
              <a:prstGeom prst="rect">
                <a:avLst/>
              </a:prstGeom>
              <a:noFill/>
              <a:ln w="76200">
                <a:solidFill>
                  <a:schemeClr val="accent2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𝐼𝑀𝐴𝐺𝐸𝑆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4CAF5DB-A0F5-E862-3E24-E2820DB1AC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6449" y="5418539"/>
                <a:ext cx="938852" cy="3524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7620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AA3B1E37-C647-2083-B9E5-4B36EE3F4198}"/>
              </a:ext>
            </a:extLst>
          </p:cNvPr>
          <p:cNvSpPr/>
          <p:nvPr/>
        </p:nvSpPr>
        <p:spPr>
          <a:xfrm>
            <a:off x="7956995" y="5931581"/>
            <a:ext cx="2161303" cy="560844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7BDAE28-3009-0C08-614A-2A19F9D424FD}"/>
                  </a:ext>
                </a:extLst>
              </p:cNvPr>
              <p:cNvSpPr txBox="1"/>
              <p:nvPr/>
            </p:nvSpPr>
            <p:spPr>
              <a:xfrm>
                <a:off x="10251459" y="6073503"/>
                <a:ext cx="6551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𝐹𝐴𝐾𝐸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7BDAE28-3009-0C08-614A-2A19F9D42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1459" y="6073503"/>
                <a:ext cx="655179" cy="276999"/>
              </a:xfrm>
              <a:prstGeom prst="rect">
                <a:avLst/>
              </a:prstGeom>
              <a:blipFill>
                <a:blip r:embed="rId9"/>
                <a:stretch>
                  <a:fillRect l="-8411" r="-2804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341D0D2-FE77-DCAC-EF28-FD4AAA35D069}"/>
                  </a:ext>
                </a:extLst>
              </p:cNvPr>
              <p:cNvSpPr txBox="1"/>
              <p:nvPr/>
            </p:nvSpPr>
            <p:spPr>
              <a:xfrm>
                <a:off x="3468929" y="1409224"/>
                <a:ext cx="17262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𝐹𝐴𝐾𝐸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&amp;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𝑅𝐸𝐴𝐿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341D0D2-FE77-DCAC-EF28-FD4AAA35D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929" y="1409224"/>
                <a:ext cx="1726203" cy="276999"/>
              </a:xfrm>
              <a:prstGeom prst="rect">
                <a:avLst/>
              </a:prstGeom>
              <a:blipFill>
                <a:blip r:embed="rId10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543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3A545E-748D-A18F-9AA6-FB84B7868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742165"/>
              </p:ext>
            </p:extLst>
          </p:nvPr>
        </p:nvGraphicFramePr>
        <p:xfrm>
          <a:off x="2529818" y="950984"/>
          <a:ext cx="8913830" cy="4134967"/>
        </p:xfrm>
        <a:graphic>
          <a:graphicData uri="http://schemas.openxmlformats.org/drawingml/2006/table">
            <a:tbl>
              <a:tblPr/>
              <a:tblGrid>
                <a:gridCol w="1340757">
                  <a:extLst>
                    <a:ext uri="{9D8B030D-6E8A-4147-A177-3AD203B41FA5}">
                      <a16:colId xmlns:a16="http://schemas.microsoft.com/office/drawing/2014/main" val="4256167116"/>
                    </a:ext>
                  </a:extLst>
                </a:gridCol>
                <a:gridCol w="1753299">
                  <a:extLst>
                    <a:ext uri="{9D8B030D-6E8A-4147-A177-3AD203B41FA5}">
                      <a16:colId xmlns:a16="http://schemas.microsoft.com/office/drawing/2014/main" val="801245900"/>
                    </a:ext>
                  </a:extLst>
                </a:gridCol>
                <a:gridCol w="1871168">
                  <a:extLst>
                    <a:ext uri="{9D8B030D-6E8A-4147-A177-3AD203B41FA5}">
                      <a16:colId xmlns:a16="http://schemas.microsoft.com/office/drawing/2014/main" val="3323444911"/>
                    </a:ext>
                  </a:extLst>
                </a:gridCol>
                <a:gridCol w="1974303">
                  <a:extLst>
                    <a:ext uri="{9D8B030D-6E8A-4147-A177-3AD203B41FA5}">
                      <a16:colId xmlns:a16="http://schemas.microsoft.com/office/drawing/2014/main" val="1746552354"/>
                    </a:ext>
                  </a:extLst>
                </a:gridCol>
                <a:gridCol w="1974303">
                  <a:extLst>
                    <a:ext uri="{9D8B030D-6E8A-4147-A177-3AD203B41FA5}">
                      <a16:colId xmlns:a16="http://schemas.microsoft.com/office/drawing/2014/main" val="177722075"/>
                    </a:ext>
                  </a:extLst>
                </a:gridCol>
              </a:tblGrid>
              <a:tr h="294884">
                <a:tc gridSpan="5">
                  <a:txBody>
                    <a:bodyPr/>
                    <a:lstStyle/>
                    <a:p>
                      <a:pPr algn="ctr" rtl="0" fontAlgn="b"/>
                      <a:r>
                        <a:rPr lang="en-US" sz="1700" b="1">
                          <a:effectLst/>
                        </a:rPr>
                        <a:t>FID SCORES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039019"/>
                  </a:ext>
                </a:extLst>
              </a:tr>
              <a:tr h="294884">
                <a:tc>
                  <a:txBody>
                    <a:bodyPr/>
                    <a:lstStyle/>
                    <a:p>
                      <a:pPr rtl="0" fontAlgn="b"/>
                      <a:endParaRPr lang="en-US" sz="1700">
                        <a:effectLst/>
                      </a:endParaRP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700">
                        <a:effectLst/>
                      </a:endParaRP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1700" b="1" dirty="0">
                          <a:effectLst/>
                        </a:rPr>
                        <a:t>MODELS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808433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CIFAR10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700">
                        <a:effectLst/>
                      </a:endParaRP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MODE COLLAPSE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TUNED 50 EPOCHS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TUNED 200 EPOCHS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8848"/>
                  </a:ext>
                </a:extLst>
              </a:tr>
              <a:tr h="294884">
                <a:tc rowSpan="10">
                  <a:txBody>
                    <a:bodyPr/>
                    <a:lstStyle/>
                    <a:p>
                      <a:pPr algn="ctr" rtl="0" fontAlgn="ctr"/>
                      <a:r>
                        <a:rPr lang="en-US" sz="1700" b="1">
                          <a:effectLst/>
                        </a:rPr>
                        <a:t>CLASSES</a:t>
                      </a:r>
                    </a:p>
                  </a:txBody>
                  <a:tcPr marL="26971" marR="26971" marT="17981" marB="1798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AIRPLANE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336.402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144.552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135.885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200934"/>
                  </a:ext>
                </a:extLst>
              </a:tr>
              <a:tr h="3356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AUTOMOBILE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346.599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164.511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145.301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204811"/>
                  </a:ext>
                </a:extLst>
              </a:tr>
              <a:tr h="2948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>
                          <a:effectLst/>
                        </a:rPr>
                        <a:t>BIRD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295.096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154.471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141.674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900420"/>
                  </a:ext>
                </a:extLst>
              </a:tr>
              <a:tr h="2948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CAT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315.103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139.001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128.871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864768"/>
                  </a:ext>
                </a:extLst>
              </a:tr>
              <a:tr h="2948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>
                          <a:effectLst/>
                        </a:rPr>
                        <a:t>DEER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272.295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117.34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112.269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726059"/>
                  </a:ext>
                </a:extLst>
              </a:tr>
              <a:tr h="2948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>
                          <a:effectLst/>
                        </a:rPr>
                        <a:t>DOG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311.634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151.307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147.482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95936"/>
                  </a:ext>
                </a:extLst>
              </a:tr>
              <a:tr h="2948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FROG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257.361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117.945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105.914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845319"/>
                  </a:ext>
                </a:extLst>
              </a:tr>
              <a:tr h="2948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HORSE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334.465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160.527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144.395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765763"/>
                  </a:ext>
                </a:extLst>
              </a:tr>
              <a:tr h="2948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SHIP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317.615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141.108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136.754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195537"/>
                  </a:ext>
                </a:extLst>
              </a:tr>
              <a:tr h="2948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TRUCK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329.758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161.552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rgbClr val="212121"/>
                          </a:solidFill>
                          <a:effectLst/>
                          <a:latin typeface="Courier New" panose="02070309020205020404" pitchFamily="49" charset="0"/>
                        </a:rPr>
                        <a:t>137.082</a:t>
                      </a:r>
                    </a:p>
                  </a:txBody>
                  <a:tcPr marL="26971" marR="26971" marT="17981" marB="1798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526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689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107</Words>
  <Application>Microsoft Office PowerPoint</Application>
  <PresentationFormat>Widescreen</PresentationFormat>
  <Paragraphs>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Abadi</vt:lpstr>
      <vt:lpstr>Arial</vt:lpstr>
      <vt:lpstr>Calibri</vt:lpstr>
      <vt:lpstr>Calibri Light</vt:lpstr>
      <vt:lpstr>Cambria Math</vt:lpstr>
      <vt:lpstr>Courier New</vt:lpstr>
      <vt:lpstr>Office Theme</vt:lpstr>
      <vt:lpstr>ML PROJECT FIGURES</vt:lpstr>
      <vt:lpstr>Generator</vt:lpstr>
      <vt:lpstr>Discriminator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PROJECT FIGURES</dc:title>
  <dc:creator>Noah James</dc:creator>
  <cp:lastModifiedBy>Noah James</cp:lastModifiedBy>
  <cp:revision>7</cp:revision>
  <dcterms:created xsi:type="dcterms:W3CDTF">2023-04-25T21:23:56Z</dcterms:created>
  <dcterms:modified xsi:type="dcterms:W3CDTF">2023-04-28T15:21:38Z</dcterms:modified>
</cp:coreProperties>
</file>